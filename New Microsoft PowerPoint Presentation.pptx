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9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9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1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15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53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8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54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07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2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10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32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FEE62-E9F9-458D-8505-27ABFE448C99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8911C-DBB1-45F5-AC73-B50DC2A1F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2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3089565" y="1523999"/>
            <a:ext cx="5985163" cy="4011755"/>
            <a:chOff x="3089565" y="1523999"/>
            <a:chExt cx="5985163" cy="4011755"/>
          </a:xfrm>
        </p:grpSpPr>
        <p:sp>
          <p:nvSpPr>
            <p:cNvPr id="25" name="Double Brace 24"/>
            <p:cNvSpPr/>
            <p:nvPr/>
          </p:nvSpPr>
          <p:spPr>
            <a:xfrm>
              <a:off x="3089565" y="1523999"/>
              <a:ext cx="5985163" cy="4011755"/>
            </a:xfrm>
            <a:prstGeom prst="bracePair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Isosceles Triangle 1"/>
            <p:cNvSpPr/>
            <p:nvPr/>
          </p:nvSpPr>
          <p:spPr>
            <a:xfrm>
              <a:off x="6906490" y="2860962"/>
              <a:ext cx="595745" cy="595745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4935685" y="3768435"/>
              <a:ext cx="595746" cy="4710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gular Pentagon 4"/>
            <p:cNvSpPr/>
            <p:nvPr/>
          </p:nvSpPr>
          <p:spPr>
            <a:xfrm>
              <a:off x="3810002" y="4104409"/>
              <a:ext cx="623455" cy="568036"/>
            </a:xfrm>
            <a:prstGeom prst="pen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Hexagon 5"/>
            <p:cNvSpPr/>
            <p:nvPr/>
          </p:nvSpPr>
          <p:spPr>
            <a:xfrm>
              <a:off x="6276111" y="2486890"/>
              <a:ext cx="678873" cy="595745"/>
            </a:xfrm>
            <a:prstGeom prst="hexagon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Parallelogram 7"/>
            <p:cNvSpPr/>
            <p:nvPr/>
          </p:nvSpPr>
          <p:spPr>
            <a:xfrm>
              <a:off x="4793674" y="2355272"/>
              <a:ext cx="526473" cy="429491"/>
            </a:xfrm>
            <a:prstGeom prst="parallelogram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lus 8"/>
            <p:cNvSpPr/>
            <p:nvPr/>
          </p:nvSpPr>
          <p:spPr>
            <a:xfrm>
              <a:off x="5112329" y="1523999"/>
              <a:ext cx="1163782" cy="900546"/>
            </a:xfrm>
            <a:prstGeom prst="mathPlus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Division 9"/>
            <p:cNvSpPr/>
            <p:nvPr/>
          </p:nvSpPr>
          <p:spPr>
            <a:xfrm>
              <a:off x="4391893" y="4502726"/>
              <a:ext cx="1052945" cy="623455"/>
            </a:xfrm>
            <a:prstGeom prst="mathDivid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Multiply 10"/>
            <p:cNvSpPr/>
            <p:nvPr/>
          </p:nvSpPr>
          <p:spPr>
            <a:xfrm>
              <a:off x="3865422" y="2660072"/>
              <a:ext cx="1011381" cy="872836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Minus 11"/>
            <p:cNvSpPr/>
            <p:nvPr/>
          </p:nvSpPr>
          <p:spPr>
            <a:xfrm>
              <a:off x="5476011" y="4682835"/>
              <a:ext cx="858981" cy="512618"/>
            </a:xfrm>
            <a:prstGeom prst="mathMin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Not Equal 12"/>
            <p:cNvSpPr/>
            <p:nvPr/>
          </p:nvSpPr>
          <p:spPr>
            <a:xfrm>
              <a:off x="7633856" y="3328553"/>
              <a:ext cx="762000" cy="581891"/>
            </a:xfrm>
            <a:prstGeom prst="mathNotEqual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Can 13"/>
            <p:cNvSpPr/>
            <p:nvPr/>
          </p:nvSpPr>
          <p:spPr>
            <a:xfrm>
              <a:off x="5666510" y="2923308"/>
              <a:ext cx="415637" cy="1260763"/>
            </a:xfrm>
            <a:prstGeom prst="can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be 19"/>
            <p:cNvSpPr/>
            <p:nvPr/>
          </p:nvSpPr>
          <p:spPr>
            <a:xfrm>
              <a:off x="6414655" y="4329543"/>
              <a:ext cx="1156855" cy="1136074"/>
            </a:xfrm>
            <a:prstGeom prst="cub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6508176" y="3609107"/>
              <a:ext cx="685799" cy="678873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5-Point Star 23"/>
            <p:cNvSpPr/>
            <p:nvPr/>
          </p:nvSpPr>
          <p:spPr>
            <a:xfrm>
              <a:off x="7694469" y="4287980"/>
              <a:ext cx="640774" cy="619991"/>
            </a:xfrm>
            <a:prstGeom prst="star5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4100947" y="2403763"/>
              <a:ext cx="4087091" cy="2341418"/>
            </a:xfrm>
            <a:custGeom>
              <a:avLst/>
              <a:gdLst>
                <a:gd name="connsiteX0" fmla="*/ 0 w 6802582"/>
                <a:gd name="connsiteY0" fmla="*/ 1899118 h 2822792"/>
                <a:gd name="connsiteX1" fmla="*/ 443345 w 6802582"/>
                <a:gd name="connsiteY1" fmla="*/ 1289518 h 2822792"/>
                <a:gd name="connsiteX2" fmla="*/ 886691 w 6802582"/>
                <a:gd name="connsiteY2" fmla="*/ 2439445 h 2822792"/>
                <a:gd name="connsiteX3" fmla="*/ 1440873 w 6802582"/>
                <a:gd name="connsiteY3" fmla="*/ 957009 h 2822792"/>
                <a:gd name="connsiteX4" fmla="*/ 1981200 w 6802582"/>
                <a:gd name="connsiteY4" fmla="*/ 2453300 h 2822792"/>
                <a:gd name="connsiteX5" fmla="*/ 2646218 w 6802582"/>
                <a:gd name="connsiteY5" fmla="*/ 1045 h 2822792"/>
                <a:gd name="connsiteX6" fmla="*/ 3255818 w 6802582"/>
                <a:gd name="connsiteY6" fmla="*/ 2799664 h 2822792"/>
                <a:gd name="connsiteX7" fmla="*/ 3643745 w 6802582"/>
                <a:gd name="connsiteY7" fmla="*/ 1386500 h 2822792"/>
                <a:gd name="connsiteX8" fmla="*/ 4045527 w 6802582"/>
                <a:gd name="connsiteY8" fmla="*/ 2370173 h 2822792"/>
                <a:gd name="connsiteX9" fmla="*/ 4627418 w 6802582"/>
                <a:gd name="connsiteY9" fmla="*/ 1580464 h 2822792"/>
                <a:gd name="connsiteX10" fmla="*/ 5056909 w 6802582"/>
                <a:gd name="connsiteY10" fmla="*/ 2134645 h 2822792"/>
                <a:gd name="connsiteX11" fmla="*/ 5375563 w 6802582"/>
                <a:gd name="connsiteY11" fmla="*/ 1815991 h 2822792"/>
                <a:gd name="connsiteX12" fmla="*/ 5624945 w 6802582"/>
                <a:gd name="connsiteY12" fmla="*/ 2134645 h 2822792"/>
                <a:gd name="connsiteX13" fmla="*/ 5902036 w 6802582"/>
                <a:gd name="connsiteY13" fmla="*/ 1912973 h 2822792"/>
                <a:gd name="connsiteX14" fmla="*/ 6068291 w 6802582"/>
                <a:gd name="connsiteY14" fmla="*/ 2093082 h 2822792"/>
                <a:gd name="connsiteX15" fmla="*/ 6234545 w 6802582"/>
                <a:gd name="connsiteY15" fmla="*/ 1926827 h 2822792"/>
                <a:gd name="connsiteX16" fmla="*/ 6373091 w 6802582"/>
                <a:gd name="connsiteY16" fmla="*/ 2079227 h 2822792"/>
                <a:gd name="connsiteX17" fmla="*/ 6636327 w 6802582"/>
                <a:gd name="connsiteY17" fmla="*/ 1940682 h 2822792"/>
                <a:gd name="connsiteX18" fmla="*/ 6802582 w 6802582"/>
                <a:gd name="connsiteY18" fmla="*/ 2106936 h 2822792"/>
                <a:gd name="connsiteX19" fmla="*/ 6802582 w 6802582"/>
                <a:gd name="connsiteY19" fmla="*/ 2106936 h 282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802582" h="2822792">
                  <a:moveTo>
                    <a:pt x="0" y="1899118"/>
                  </a:moveTo>
                  <a:cubicBezTo>
                    <a:pt x="147781" y="1549291"/>
                    <a:pt x="295563" y="1199464"/>
                    <a:pt x="443345" y="1289518"/>
                  </a:cubicBezTo>
                  <a:cubicBezTo>
                    <a:pt x="591127" y="1379572"/>
                    <a:pt x="720436" y="2494863"/>
                    <a:pt x="886691" y="2439445"/>
                  </a:cubicBezTo>
                  <a:cubicBezTo>
                    <a:pt x="1052946" y="2384027"/>
                    <a:pt x="1258455" y="954700"/>
                    <a:pt x="1440873" y="957009"/>
                  </a:cubicBezTo>
                  <a:cubicBezTo>
                    <a:pt x="1623291" y="959318"/>
                    <a:pt x="1780309" y="2612627"/>
                    <a:pt x="1981200" y="2453300"/>
                  </a:cubicBezTo>
                  <a:cubicBezTo>
                    <a:pt x="2182091" y="2293973"/>
                    <a:pt x="2433782" y="-56682"/>
                    <a:pt x="2646218" y="1045"/>
                  </a:cubicBezTo>
                  <a:cubicBezTo>
                    <a:pt x="2858654" y="58772"/>
                    <a:pt x="3089564" y="2568755"/>
                    <a:pt x="3255818" y="2799664"/>
                  </a:cubicBezTo>
                  <a:cubicBezTo>
                    <a:pt x="3422072" y="3030573"/>
                    <a:pt x="3512127" y="1458082"/>
                    <a:pt x="3643745" y="1386500"/>
                  </a:cubicBezTo>
                  <a:cubicBezTo>
                    <a:pt x="3775363" y="1314918"/>
                    <a:pt x="3881582" y="2337846"/>
                    <a:pt x="4045527" y="2370173"/>
                  </a:cubicBezTo>
                  <a:cubicBezTo>
                    <a:pt x="4209472" y="2402500"/>
                    <a:pt x="4458854" y="1619719"/>
                    <a:pt x="4627418" y="1580464"/>
                  </a:cubicBezTo>
                  <a:cubicBezTo>
                    <a:pt x="4795982" y="1541209"/>
                    <a:pt x="4932218" y="2095391"/>
                    <a:pt x="5056909" y="2134645"/>
                  </a:cubicBezTo>
                  <a:cubicBezTo>
                    <a:pt x="5181600" y="2173899"/>
                    <a:pt x="5280890" y="1815991"/>
                    <a:pt x="5375563" y="1815991"/>
                  </a:cubicBezTo>
                  <a:cubicBezTo>
                    <a:pt x="5470236" y="1815991"/>
                    <a:pt x="5537200" y="2118481"/>
                    <a:pt x="5624945" y="2134645"/>
                  </a:cubicBezTo>
                  <a:cubicBezTo>
                    <a:pt x="5712690" y="2150809"/>
                    <a:pt x="5828145" y="1919900"/>
                    <a:pt x="5902036" y="1912973"/>
                  </a:cubicBezTo>
                  <a:cubicBezTo>
                    <a:pt x="5975927" y="1906046"/>
                    <a:pt x="6012873" y="2090773"/>
                    <a:pt x="6068291" y="2093082"/>
                  </a:cubicBezTo>
                  <a:cubicBezTo>
                    <a:pt x="6123709" y="2095391"/>
                    <a:pt x="6183745" y="1929136"/>
                    <a:pt x="6234545" y="1926827"/>
                  </a:cubicBezTo>
                  <a:cubicBezTo>
                    <a:pt x="6285345" y="1924518"/>
                    <a:pt x="6306128" y="2076918"/>
                    <a:pt x="6373091" y="2079227"/>
                  </a:cubicBezTo>
                  <a:cubicBezTo>
                    <a:pt x="6440054" y="2081536"/>
                    <a:pt x="6564745" y="1936064"/>
                    <a:pt x="6636327" y="1940682"/>
                  </a:cubicBezTo>
                  <a:cubicBezTo>
                    <a:pt x="6707909" y="1945300"/>
                    <a:pt x="6802582" y="2106936"/>
                    <a:pt x="6802582" y="2106936"/>
                  </a:cubicBezTo>
                  <a:lnTo>
                    <a:pt x="6802582" y="2106936"/>
                  </a:ln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572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ekadashi1@outlook.com</dc:creator>
  <cp:lastModifiedBy>ekadashi1@outlook.com</cp:lastModifiedBy>
  <cp:revision>2</cp:revision>
  <dcterms:created xsi:type="dcterms:W3CDTF">2025-06-23T01:28:17Z</dcterms:created>
  <dcterms:modified xsi:type="dcterms:W3CDTF">2025-06-23T01:43:58Z</dcterms:modified>
</cp:coreProperties>
</file>